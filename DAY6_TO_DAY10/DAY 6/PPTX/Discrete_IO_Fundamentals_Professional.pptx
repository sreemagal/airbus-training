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Discrete I/O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Target platform: EVKB i.MX RT1050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Focus on avionics-style discretes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Emphasis on robust, deterministic engineering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What “Discrete I/O” Means in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 discrete is a binary electrical signal (asserted/de-asserted)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Used to announce aircraft states: WOW, FLT/GRD, FIRE DETECT, DOOR CLOSED, APU READY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Software interfaces via GPIO pins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GPIO Capabilities for Discretes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Configurable as input or 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Internal pull-ups/pull-downs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Schmitt trigger for noise rejection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Open-drain mode, drive strength, slew 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Goal: reliable logic levels + noise immunity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i.MX RT1050 Pin Mux &amp; Pad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Each pad routed through a pin mux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Select GPIO function first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Configure pad electrical characteristics: pulls, slew, drive, hysteresis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Ensures reliable, noise-tolerant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Safety-Critical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Deterministic behavior required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BIT (Built-In Test) for diagnosability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EMI/EMC and ESD robustness (DO-160)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DAL processes (DO-178C / DO-254) assume disciplined discrete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Key Terminology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GPIO: configurable digital pin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VIH / VIL: input thresholds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VOH / VOL: output voltage guarantees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Drive strength: sourcing/sinking capability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Slew rate: edge speed (affects EMI)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Key Terminology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Schmitt trigger: hysteresis for noise rejection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Pull-up / pull-down: define default state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Push-pull: active high + low drive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Open-drain: only pulls low; pull-up defines high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Debounce: removes chatter/spikes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Wired-OR / wired-AND: shared open-drain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Electrical Characteristics: Logic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EVKB I/O domain: 3.3 V LVCMOS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Thresholds often fractions of VDDIO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Never exceed supply rails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Respect absolute maximum ratings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Electrical Characteristics: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Floating inputs are unsafe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pull-up for active-low, pull-down for active-high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Schmitt trigger recommended for external signals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Glitch filtering via software or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Pull-Ups / Pull-Downs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Define default state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Provide leakage path for EMI immunity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Assist logic-family interfacing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Required for open-drain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Pull-Ups / Pull-Downs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Improve effective drive in some cases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Unused CMOS inputs must not float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Biasing helps long-line stability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Preset bus idle state (e.g., I²C)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Improve noise tolerance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Outputs: Push-Pull vs Open-Drain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Push-pull: drives high and 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Open-drain: pulls low; pull-up defines high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Useful for shared lines and level shifting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Real behavior includes line capacitance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Drive Strength &amp; Slew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lowest drive strength that meets timing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Slow edges reduce EMI and ringing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Fast edges increase emissions and susceptibility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Protection &amp; Aircraft Interfacing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Aircraft discretes often 28 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Never connect directly to MCU pins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dividers, TVS, RC filters, isolation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Outputs via transistor/MOSFET stages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Add EMI/ESD components per DO-160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EVKB SDK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Pin mux/pad control via IOMUXC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GPIO driver for init/read/write/interrupts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Board helpers for clocks and console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SDK macros for LED/button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Workflow: Requirements → Pad Config →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Start with requirement statement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Choose hardware strategy (pulls, hysteresis, debounce)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Initialize pin mux and pad config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Configure GPIO direction/interrupts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Implement read/write behavior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Avionics Use Case: WOW with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Input via isolated interface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Filter bounce/spikes; vote samples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Timestamp edges for maintenance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Output FLT/GRD via open-drain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BIT for stuck-at faults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Record raw + filtered states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Hands-On Labs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Bare-metal project with board init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SDK macros for portability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Progression: Skeleton → Output → Input+Debounce → Voting+Timestamp → Pad Audit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Lab 0: Project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Initialize pins, clocks, console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Print startup banner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Idle loop for observability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Lab 1: Output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Configure LED as 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Blink/toggle at known 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Push-pull appropriate for 3.3 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Adjust drive/slew if EMI observed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Lab 2: Input Lab (SW8)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Configure SW8 with edge interrupts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Enable pull-up + hysteresis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Deterministic debounce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Toggle LED on stable press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Lab 3: Toward WOW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Timestamp edges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Convert raw active-low to logical state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Majority vote window (e.g., 3/5)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Print edge time + voted truth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Reflect truth on LED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Lab 4: Pad Settings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Confirm mux selection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Inputs: pulls + hysteresis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Outputs: slow slew + modest drive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open-drain for shared discretes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Track pad config across SDK versions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Avionics Scenarios to Simulate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WOW with transient spikes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Wired-OR FLT/GRD 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Stuck-at BIT detection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EMI tradeoff: drive/slew comparison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Best Practices (Hardware)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Match electrical domains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Fail-safe states via pulls/output type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Enable hysteresis for external discretes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Avoid fighting strong external pulls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Reduce EMI with low drive/slow slew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Best Practices (Software + Process)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Deterministic debounce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BIT for stuck-at/open circuit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Keep ISRs short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Document pad/bank/rail mapping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Maintain traceability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Asserted polarity + fail-safe documented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Pad configs correct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Debounce rationale stated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BIT covers stuck-at + open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Edge timestamps logged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EMI/ESD robustness considered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ARINC 429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ARINC 429 is differential, not a discrete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GPIO used for enables, health lines, label-present signals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Discrete concepts apply to companion lines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/>
            </a:pPr>
            <a:r>
              <a:t>Implementation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 lIns="457200" tIns="91440" bIns="91440">
            <a:noAutofit/>
          </a:bodyPr>
          <a:lstStyle/>
          <a:p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Prefer SDK board macros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Use MCUXpresso Pins Tool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Explicitly set pulls, hysteresis, drive, slew, open-drain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3200">
                <a:solidFill>
                  <a:srgbClr val="000000"/>
                </a:solidFill>
                <a:latin typeface="Calibri"/>
              </a:defRPr>
            </a:pPr>
            <a:r>
              <a:t>Keep pin config files under revision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911</Words>
  <Application>Microsoft Office PowerPoint</Application>
  <PresentationFormat>On-screen Show (4:3)</PresentationFormat>
  <Paragraphs>183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CHOCKALINGAM THIAGARAJAN</cp:lastModifiedBy>
  <cp:revision>1</cp:revision>
  <dcterms:created xsi:type="dcterms:W3CDTF">2013-01-27T09:14:16Z</dcterms:created>
  <dcterms:modified xsi:type="dcterms:W3CDTF">2026-01-25T05:29:08Z</dcterms:modified>
  <cp:category/>
</cp:coreProperties>
</file>