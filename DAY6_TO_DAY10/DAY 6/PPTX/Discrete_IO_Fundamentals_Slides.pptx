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68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0545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Internal content derived from the uploaded “Discrete IO Fundamentals.docx”.
No code snippets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Internal content derived from the uploaded “Discrete IO Fundamentals.docx”.
No code snippets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Internal content derived from the uploaded “Discrete IO Fundamentals.docx”.
No code snippets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Internal content derived from the uploaded “Discrete IO Fundamentals.docx”.
No code snippets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Internal content derived from the uploaded “Discrete IO Fundamentals.docx”.
No code snippets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Internal content derived from the uploaded “Discrete IO Fundamentals.docx”.
No code snippets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Internal content derived from the uploaded “Discrete IO Fundamentals.docx”.
No code snippets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Internal content derived from the uploaded “Discrete IO Fundamentals.docx”.
No code snippets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Internal content derived from the uploaded “Discrete IO Fundamentals.docx”.
No code snippets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Internal content derived from the uploaded “Discrete IO Fundamentals.docx”.
No code snippets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Internal content derived from the uploaded “Discrete IO Fundamentals.docx”.
No code snippets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Internal content derived from the uploaded “Discrete IO Fundamentals.docx”.
No code snippets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Internal content derived from the uploaded “Discrete IO Fundamentals.docx”.
No code snippets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Internal content derived from the uploaded “Discrete IO Fundamentals.docx”.
No code snippets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Internal content derived from the uploaded “Discrete IO Fundamentals.docx”.
No code snippets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Internal content derived from the uploaded “Discrete IO Fundamentals.docx”.
No code snippets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Internal content derived from the uploaded “Discrete IO Fundamentals.docx”.
No code snippets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Internal content derived from the uploaded “Discrete IO Fundamentals.docx”.
No code snippets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Internal content derived from the uploaded “Discrete IO Fundamentals.docx”.
No code snippets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Internal content derived from the uploaded “Discrete IO Fundamentals.docx”.
No code snippets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Internal content derived from the uploaded “Discrete IO Fundamentals.docx”.
No code snippets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Internal content derived from the uploaded “Discrete IO Fundamentals.docx”.
No code snippets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Internal content derived from the uploaded “Discrete IO Fundamentals.docx”.
No code snippets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Internal content derived from the uploaded “Discrete IO Fundamentals.docx”.
No code snippets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Internal content derived from the uploaded “Discrete IO Fundamentals.docx”.
No code snippets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Internal content derived from the uploaded “Discrete IO Fundamentals.docx”.
No code snippets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Internal content derived from the uploaded “Discrete IO Fundamentals.docx”.
No code snippets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Internal content derived from the uploaded “Discrete IO Fundamentals.docx”.
No code snippets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Internal content derived from the uploaded “Discrete IO Fundamentals.docx”.
No code snippets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I/O Fundamentals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24712"/>
            <a:ext cx="1100297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02975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configuration and electrical characteristics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platform: EVKB i.MX RT1050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avionics style “discretes” and robust engineering choices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“Discrete I/O” Means in Avionics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24712"/>
            <a:ext cx="1100297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02975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discrete is a binary signal: an electrical line that is asserted (true) or de asserted (false)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Discretes announce aircraft states like WOW, FLT/GRD, FIRE DETECT, DOOR CLOSED, APU READY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interfaces to discretes through GPIO pins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Capabilities You Use for Discretes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24712"/>
            <a:ext cx="1100297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02975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GPIO as input or output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pull ups and pull downs to define a default state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Schmitt trigger (hysteresis) for noise rejection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drain mode, drive strength, and slew rate control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reliable logic levels and noise immunity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i.MX RT1050 Pin Mux and Pad Configuration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24712"/>
            <a:ext cx="1100297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02975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physical pad is routed through a pin mux to a chosen peripheral function (GPIO, UART, SPI, etc.)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select GPIO in the mux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configure pad electrical characteristics (pulls, slew, drive, hysteresis)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logic must be reliable, noise tolerant, and compatible with surrounding hardware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Critical Expectations Around Discretes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24712"/>
            <a:ext cx="1100297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02975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Determinism is expected in safety critical avionics implementations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Diagnosability via BIT (Built In Test) is a typical requirement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Tolerance to EMI/EMC and ESD is expected (e.g., DO 160)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software (DO 178C) and hardware (DO 254) processes assume disciplined discrete engineering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Terminology (1 of 2)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24712"/>
            <a:ext cx="1100297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02975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GPIO: configurable digital pin used as binary input or output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VIH / VIL: input high/low thresholds (recognized as logic 1 / logic 0)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VOH / VOL: guaranteed output high/low voltages under load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strength: sourcing and sinking capability while maintaining valid logic levels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Slew rate: edge speed (slower edges generally reduce EMI)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Terminology (2 of 2)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24712"/>
            <a:ext cx="1100297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02975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Schmitt trigger (hysteresis): separate rising/falling thresholds to reject noise and slow edges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up / pull down: weak resistors to rails that prevent floating and define defaults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pull: output can actively drive both high and low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drain: output can only pull low; external or internal pull up defines high level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Debounce: filtering to remove mechanical chatter and narrow spikes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OR / wired AND: multiple open drain outputs share a line; any device pulling low dominates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Characteristics: Logic Levels and Supplies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24712"/>
            <a:ext cx="1100297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02975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EVKB user I/O domain is 3.3 V (LVCMOS)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are often expressed as fractions of VDDIO (confirm in datasheet)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drive GPIO above its bank supply or below ground beyond allowed limits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respect absolute maximum ratings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Characteristics: Inputs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24712"/>
            <a:ext cx="1100297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02975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inputs are unsafe and noise sensitive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pull up for active low signals and pull down for active high signals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Schmitt trigger is especially valuable for external harnessed signals or RC filtered inputs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Glitch filtering can be done in software (sampling and debounce) or hardware where available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Up / Pull Down: Why They Exist (1 of 2)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24712"/>
            <a:ext cx="1100297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02975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default state so an input does not float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leakage path that improves immunity to external electromagnetic interference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when interfacing logic families (example: raising an otherwise marginal “high” level in some interfacing cases)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for open collector or open drain style outputs so the line can return high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Up / Pull Down: Additional Practical Reasons (2 of 2)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24712"/>
            <a:ext cx="1100297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02975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effective drive capability for some pins by providing a defined bias path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CMOS inputs should not be left floating; bias them to a known level to reduce ESD and EMI susceptibility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longer lines, biasing and impedance planning helps reduce false switching and reflection issues (proper termination strategy still matters)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Preset bus idle state (example: I2C idle high uses pull ups)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noise tolerance by avoiding random levels in high impedance states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Characteristics: Outputs (Push Pull vs Open Drain)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24712"/>
            <a:ext cx="1100297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02975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pull output stage can source or sink current (drive high and low)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on board logic at the same voltage domain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drain outputs pull low via a transistor; a pull up completes the path to logic high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drain is useful for shared lines, fail safe wired OR, and level shifting (with correct external circuitry)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line behavior also includes capacitance from PCB traces and connected devices (affects edges and rise time)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Strength and Slew Rate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24712"/>
            <a:ext cx="1100297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02975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lowest drive strength and slowest slew rate that still meets timing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edges reduce EMI and ringing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edges can increase emissions and susceptibility issues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and Aircraft Interfacing Reality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24712"/>
            <a:ext cx="1100297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02975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Aircraft discretes may be based on 28 V nominal systems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connect aircraft level signals directly to MCU GPIO pins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appropriate external interface circuitry: dividers, TVS, RC filters, isolation (optocoupler or digital isolator)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outputs, use transistor or MOSFET stages (often open drain style) into aircraft discrete networks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EMI and ESD components consistent with DO 160 style robustness expectations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EVKB i.MX RT1050 SDK Building Blocks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24712"/>
            <a:ext cx="1100297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02975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mux and pad control via IOMUXC APIs (or tool generated pin initialization)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driver provides pin init, read, write, and interrupt configuration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helpers initialize pins, clocks, and debug console printing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SDK board macros for LED and button mapping rather than hardcoding banks and pins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Requirements → Pad Configuration → GPIO Logic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24712"/>
            <a:ext cx="1100297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02975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a requirement statement (example: active low input with debounce + LED output)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hardware strategy: pull up, hysteresis, and debounce plan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baseline pin mux and pad config (board init or pin tool output)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GPIO direction and interrupts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read and write behavior (polling or ISR plus filtering)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Avionics Use Case Example: WOW with Diagnostics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24712"/>
            <a:ext cx="1100297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02975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WOW discrete through an isolated interface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bounce and spikes, then vote samples to determine a robust truth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edges for maintenance logging to a central maintenance computer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FLT/GRD as an open drain discrete so multiple LRUs can share the line (wired OR)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up and periodic BIT detect stuck at faults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both raw and filtered states with timestamps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On Labs Overview (What You Build)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24712"/>
            <a:ext cx="1100297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02975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assume a bare metal project with board pin init, clock init, and debug console init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and button pins are taken from SDK macros so projects are portable and consistent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Progression: project skeleton → output control → input with interrupt and debounce → voting and timestamping → pad audit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0: Project Skeleton (No Code Shown)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24712"/>
            <a:ext cx="1100297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02975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pins, clocks, and debug console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a startup banner to prove basic bring up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 idle loop to keep the firmware alive and observable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1: Output Lab (User LED)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24712"/>
            <a:ext cx="1100297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02975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the user LED GPIO as a digital output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Blink or toggle at a known rate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Reasoning: LED is local at 3.3 V so push pull is appropriate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EMI issues are observed, reduce drive strength and slow slew via pad config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2: Input Lab (SW8) with Robustness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24712"/>
            <a:ext cx="1100297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02975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SW8 as an input with edge interrupts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pull up and hysteresis are enabled at the pad level for noise immunity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deterministic debounce (example: resample after a fixed delay)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feedback by toggling the LED when a stable press is detected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3: Toward WOW (Timestamp + Voting)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24712"/>
            <a:ext cx="1100297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02975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each detected edge using a microsecond time base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raw active low input into a logical asserted state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majority vote window (example: 3 of 5) to create a robust truth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edge time and voted truth, and reflect truth on LED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4: Pad Settings You Must Be Able to Audit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24712"/>
            <a:ext cx="1100297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02975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mux selection matches intended GPIO pad routing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enable pull and Schmitt trigger hysteresis (especially external signals)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choose slow slew and modest drive unless timing demands otherwise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open drain when creating shared aircraft discrete outputs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awareness of pad configuration values as device and SDK version specifics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Avionics Grade Scenarios to Simulate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24712"/>
            <a:ext cx="1100297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02975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WOW with transient spikes: inject brief pulses and show filtering rejects them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Wired OR FLT/GRD line: two open drain outputs share one pull up line; either can assert low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at BIT: force stuck low or stuck high and detect at power up or periodically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tradeoff: observe ringing at high toggle rate, then reduce drive and slow slew and compare behavior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(Hardware)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24712"/>
            <a:ext cx="1100297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02975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electrical domains: never expose 28 V discretes directly to MCU pins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safe states: choose pulls and output types so faults default to the least hazardous meaning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hysteresis for external discretes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pull strengths: avoid fighting strong external pulls with internal ones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Tame EMI using low drive, slow slew, and optional series resistors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(Software + Process)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24712"/>
            <a:ext cx="1100297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02975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 deterministically with a stable time base and record raw and filtered state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for stuck at and open circuit; use loopbacks where possible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ISRs short: clear flags first, defer work to main loop or task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pad to bank to rail mapping; keep pin configuration under revision control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traceability: requirements → pad config → code → tests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Checklist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24712"/>
            <a:ext cx="1100297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02975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Asserted polarity and fail safe state documented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 configs set pulls, hysteresis, slew, drive, and open drain where needed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 and filtering rationale stated (example: 5 ms)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covers stuck high, stuck low, and open circuit behaviors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timestamps logged for maintenance support</a:t>
            </a:r>
            <a:endParaRPr lang="en-US" sz="22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and ESD robustness considered in design assumptions and lab validation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for Later ARINC 429 Sessions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24712"/>
            <a:ext cx="1100297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02975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ARINC 429 is differential and unidirectional, not a discrete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systems you still manage enables, health discretes, and label present lines via GPIO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discrete concepts here apply directly to companion GPIO lines around the ARINC transceiver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029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Guidance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94360" y="1124712"/>
            <a:ext cx="11002975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594360" y="1234440"/>
            <a:ext cx="11002975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SDK board macros rather than hardcoding banks and pins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MCUXpresso Pins Tool to generate pin mux and pad configuration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include electrical options you require (pulls, hysteresis, drive, slew, open drain)</a:t>
            </a:r>
            <a:endParaRPr lang="en-US" sz="2400" dirty="0"/>
          </a:p>
          <a:p>
            <a:pPr marL="279400" indent="-279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generated pin configuration files under configuration management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1231575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2484</Words>
  <Application>Microsoft Office PowerPoint</Application>
  <PresentationFormat>Widescreen</PresentationFormat>
  <Paragraphs>241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Discrete I/O Fundamentals</dc:title>
  <dc:subject>Discrete I/O Fundamentals</dc:subject>
  <dc:creator>ChatGPT</dc:creator>
  <cp:lastModifiedBy>CHOCKALINGAM THIAGARAJAN</cp:lastModifiedBy>
  <cp:revision>1</cp:revision>
  <dcterms:created xsi:type="dcterms:W3CDTF">2026-01-25T04:20:28Z</dcterms:created>
  <dcterms:modified xsi:type="dcterms:W3CDTF">2026-01-25T04:29:47Z</dcterms:modified>
</cp:coreProperties>
</file>